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eb1ba99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eb1ba99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f8d5c97d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f8d5c97d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f8d5c97d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f8d5c97d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f8d5c97d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f8d5c97d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f8d5c97d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f8d5c97d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f8d5c97d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f8d5c97d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f8d5c97d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f8d5c97d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f8d5c97d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f8d5c97d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streamlit.io/cloud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Streamlit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Yusuf Shaheen - OIM 7502</a:t>
            </a:r>
            <a:endParaRPr b="1"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54458" l="0" r="0" t="0"/>
          <a:stretch/>
        </p:blipFill>
        <p:spPr>
          <a:xfrm>
            <a:off x="509200" y="-536550"/>
            <a:ext cx="8125599" cy="216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Streamlit?	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Streamlit is an open-source Python library for building interactive web apps.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Turns .py files into shareable dashboards instantly.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Streamlit?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Fast, intuitive app building for data analysis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Perfect for dashboards, ML demos, and model explainability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Easily deployed on Streamlit Cloud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Interactive &amp; Visual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Open Source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Streamlit Cloud: </a:t>
            </a:r>
            <a:r>
              <a:rPr lang="en" sz="1400" u="sng">
                <a:hlinkClick r:id="rId3"/>
              </a:rPr>
              <a:t>https://streamlit.io/cloud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Steps: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Push project to GitHub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Connect repo to Streamlit Cloud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App is live instantly (no servers or setup needed)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3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Streamlit Capabilities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90500"/>
            <a:ext cx="3660026" cy="3590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1526" y="1152475"/>
            <a:ext cx="2406350" cy="366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Applying Streamlit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Simulated retail data from 10 Massachusetts cities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Features</a:t>
            </a:r>
            <a:r>
              <a:rPr lang="en" sz="1500">
                <a:solidFill>
                  <a:schemeClr val="dk1"/>
                </a:solidFill>
              </a:rPr>
              <a:t>: Data table, visualizations, map, KPIs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Goals</a:t>
            </a:r>
            <a:r>
              <a:rPr lang="en" sz="1500">
                <a:solidFill>
                  <a:schemeClr val="dk1"/>
                </a:solidFill>
              </a:rPr>
              <a:t>: Analyze sales, profit, and store distribution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The three demos together showcase Streamlit’s ability to connect data, visuals, and geography in one cohesive dashboard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This illustrates how data scientists can turn Python analysis into an interactive, shareable web app in minutes.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DATAFRAME DEMO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5325" y="2571750"/>
            <a:ext cx="6454374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9522" y="1047622"/>
            <a:ext cx="5297700" cy="142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PLOTTING DEMO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12" y="1152475"/>
            <a:ext cx="3239884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7375" y="1045025"/>
            <a:ext cx="4991042" cy="244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55100" y="3522177"/>
            <a:ext cx="5340849" cy="137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MAPPING DEMO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050" y="1152475"/>
            <a:ext cx="3545566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9800" y="1967375"/>
            <a:ext cx="5119474" cy="172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
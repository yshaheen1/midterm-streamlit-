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9eb1ba995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9eb1ba995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9f8d5c97d5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9f8d5c97d5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9f8d5c97d5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9f8d5c97d5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9f8d5c97d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9f8d5c97d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9f8d5c97d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9f8d5c97d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9f8d5c97d5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9f8d5c97d5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9f8d5c97d5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9f8d5c97d5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9fb38164d9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9fb38164d9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9f8d5c97d5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9f8d5c97d5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streamlit.io/cloud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image" Target="../media/image8.png"/><Relationship Id="rId6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Streamlit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Yusuf Shaheen - OIM 7502</a:t>
            </a:r>
            <a:endParaRPr b="1"/>
          </a:p>
        </p:txBody>
      </p:sp>
      <p:pic>
        <p:nvPicPr>
          <p:cNvPr id="56" name="Google Shape;56;p13"/>
          <p:cNvPicPr preferRelativeResize="0"/>
          <p:nvPr/>
        </p:nvPicPr>
        <p:blipFill rotWithShape="1">
          <a:blip r:embed="rId3">
            <a:alphaModFix/>
          </a:blip>
          <a:srcRect b="54458" l="0" r="0" t="0"/>
          <a:stretch/>
        </p:blipFill>
        <p:spPr>
          <a:xfrm>
            <a:off x="509200" y="-536550"/>
            <a:ext cx="8125599" cy="2164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Streamlit?	</a:t>
            </a:r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Streamlit is an open-source Python library for building interactive web apps.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Turns .py files into shareable dashboards instantly.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Use Streamlit?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Fast, intuitive app building for data analysis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Perfect for dashboards, ML demos, and model explainability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Easily deployed on Streamlit Cloud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Interactive &amp; Visual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Open Source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Deployment</a:t>
            </a:r>
            <a:endParaRPr/>
          </a:p>
        </p:txBody>
      </p:sp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</a:rPr>
              <a:t>Streamlit Cloud: </a:t>
            </a:r>
            <a:r>
              <a:rPr lang="en" sz="1400" u="sng">
                <a:hlinkClick r:id="rId3"/>
              </a:rPr>
              <a:t>https://streamlit.io/cloud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Steps: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en" sz="1400">
                <a:solidFill>
                  <a:schemeClr val="dk1"/>
                </a:solidFill>
              </a:rPr>
              <a:t>Push project to GitHub</a:t>
            </a:r>
            <a:br>
              <a:rPr lang="en" sz="1400">
                <a:solidFill>
                  <a:schemeClr val="dk1"/>
                </a:solidFill>
              </a:rPr>
            </a:b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en" sz="1400">
                <a:solidFill>
                  <a:schemeClr val="dk1"/>
                </a:solidFill>
              </a:rPr>
              <a:t>Connect repo to Streamlit Cloud</a:t>
            </a:r>
            <a:br>
              <a:rPr lang="en" sz="1400">
                <a:solidFill>
                  <a:schemeClr val="dk1"/>
                </a:solidFill>
              </a:rPr>
            </a:b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en" sz="1400">
                <a:solidFill>
                  <a:schemeClr val="dk1"/>
                </a:solidFill>
              </a:rPr>
              <a:t>App is live instantly (no servers or setup needed)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388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Streamlit Capabilities</a:t>
            </a:r>
            <a:endParaRPr/>
          </a:p>
        </p:txBody>
      </p:sp>
      <p:sp>
        <p:nvSpPr>
          <p:cNvPr id="80" name="Google Shape;80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81" name="Google Shape;8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190500"/>
            <a:ext cx="3660026" cy="3590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71526" y="1152475"/>
            <a:ext cx="2406350" cy="366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Applying Streamlit</a:t>
            </a:r>
            <a:endParaRPr/>
          </a:p>
        </p:txBody>
      </p:sp>
      <p:sp>
        <p:nvSpPr>
          <p:cNvPr id="88" name="Google Shape;88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Simulated retail data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Features</a:t>
            </a:r>
            <a:r>
              <a:rPr lang="en" sz="1500">
                <a:solidFill>
                  <a:schemeClr val="dk1"/>
                </a:solidFill>
              </a:rPr>
              <a:t>: Data table, visualizations, map, KPIs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Goals</a:t>
            </a:r>
            <a:r>
              <a:rPr lang="en" sz="1500">
                <a:solidFill>
                  <a:schemeClr val="dk1"/>
                </a:solidFill>
              </a:rPr>
              <a:t>: Analyze sales, profit, and store distribution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</a:rPr>
              <a:t>The three demos together showcase Streamlit’s ability to connect data, visuals, and geography in one cohesive dashboard 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</a:rPr>
              <a:t>This illustrates how data scientists can turn Python analysis into an interactive, shareable web app in minutes.</a:t>
            </a:r>
            <a:endParaRPr sz="15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DATAFRAME DEMO</a:t>
            </a:r>
            <a:endParaRPr/>
          </a:p>
        </p:txBody>
      </p:sp>
      <p:sp>
        <p:nvSpPr>
          <p:cNvPr id="94" name="Google Shape;94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95" name="Google Shape;9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77799" y="1083800"/>
            <a:ext cx="4071051" cy="355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694" y="1654525"/>
            <a:ext cx="4439875" cy="1834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Visualization </a:t>
            </a:r>
            <a:r>
              <a:rPr lang="en"/>
              <a:t>DEMO (1)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03" name="Google Shape;10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700" y="1124985"/>
            <a:ext cx="3421332" cy="358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26475" y="1707275"/>
            <a:ext cx="5105824" cy="2157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Visualization DEMO (2)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1" name="Google Shape;11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075" y="1477100"/>
            <a:ext cx="4253675" cy="246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16525" y="1756749"/>
            <a:ext cx="4429250" cy="202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MAPPING DEMO</a:t>
            </a:r>
            <a:endParaRPr/>
          </a:p>
        </p:txBody>
      </p:sp>
      <p:sp>
        <p:nvSpPr>
          <p:cNvPr id="118" name="Google Shape;118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9" name="Google Shape;11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24648" y="1239088"/>
            <a:ext cx="2951800" cy="2920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29875" y="1152477"/>
            <a:ext cx="2249399" cy="1624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799181" y="2777398"/>
            <a:ext cx="2310792" cy="162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92275" y="1239099"/>
            <a:ext cx="3378954" cy="292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